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Lato" panose="020F0502020204030203" pitchFamily="34" charset="0"/>
      <p:regular r:id="rId18"/>
    </p:embeddedFont>
    <p:embeddedFont>
      <p:font typeface="Lat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8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HR Analytics Report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in-depth analysis of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17,414 employees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 departments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uncovering performance patterns, recognizing excellence, and identifying areas to improve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10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741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17,414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8341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Employees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63135" y="29741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38341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Departments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64794" y="29741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38341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3420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feature groups: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Demographics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(Education, Gender, Age) ·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Details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(Employee ID, Department, Region) ·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Records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(Recruitment Channel, Trainings, Length of Service) ·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Achievements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(Rating, KPIs, Awards, Training Score)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979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Preparation in Python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57390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1869777"/>
            <a:ext cx="1972915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2015034"/>
            <a:ext cx="197291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 &amp; Explore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2423716"/>
            <a:ext cx="197291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Imported csv via Kaggle; used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95283" y="157390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95283" y="1869777"/>
            <a:ext cx="1972915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0" name="Text 7"/>
          <p:cNvSpPr/>
          <p:nvPr/>
        </p:nvSpPr>
        <p:spPr>
          <a:xfrm>
            <a:off x="7395283" y="2015034"/>
            <a:ext cx="19729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Nulls &amp; Duplicates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395283" y="2718991"/>
            <a:ext cx="197291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Education → "Unknown"; previous_year_rating → department mode; dropped duplicates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557205" y="157390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557205" y="1869777"/>
            <a:ext cx="1972915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4" name="Text 11"/>
          <p:cNvSpPr/>
          <p:nvPr/>
        </p:nvSpPr>
        <p:spPr>
          <a:xfrm>
            <a:off x="9557205" y="2015034"/>
            <a:ext cx="19729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Map &amp; Engineer Features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557205" y="2718991"/>
            <a:ext cx="197291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Gender: m→male, f→female; created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age_group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work_experience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233360" y="45617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3360" y="4857651"/>
            <a:ext cx="6296760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002907"/>
            <a:ext cx="62967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Finalize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233360" y="5411589"/>
            <a:ext cx="62967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Renamed KPI feature name to lowercase characters; exported cleaned DataFrame to csv file.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Performers by Department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Notable Averages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Technology leads in avg training score (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85.21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Analytics employees have the longest avg tenure (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5.6 yrs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R&amp;D top performers average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85.50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training score despite only 2 eligible employees.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Recruitment Channel &amp; Gender Insights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Recruitment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Referrals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yield the highest-performing hires —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53.31%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meet KPIs vs. ~35% for other channels, despite fewer total hires (317 vs. 7,349 sourcing / 9,749 other).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55004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 Distribution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03433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Workforce is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71% male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29% female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Impact &amp; Education Correlation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→ Performance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trainings generally raise avg training scores (peak at 8 trainings: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71.00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However, KPI completion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declines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more trainings — 1 training = 36.77% KPI met vs. 6 trainings = 0%.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55004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Education &amp; Tenure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034334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Masters &amp; above employees have the longest tenure (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7.4 yrs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Below Secondary employees have shortest tenure (1.8 yrs) but surprisingly high training scores (65.90).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75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Struggling Employees &amp; Performance Tiers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42" y="2154337"/>
            <a:ext cx="3423259" cy="3423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13072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Where Struggles Concentrate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61500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Sales &amp; Marketing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dominates struggling employees — especially region_2 (248 employees, avg training score 49.40). 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40885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Performance Tiers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89314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Employees classified into tiers: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Tier 1: Top Performer , Tier 2:  High Performer 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Tier 3: Good Performer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Tier 4: Needs Improvement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based on KPI, award won and rating.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1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Age, Experience &amp; HR Metrics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0005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25536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&amp; Experience Profile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64049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Adults dominate every department. Young adults have lowest ratings across departments except Legal Department.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3060005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325536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HR Metrics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664049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R&amp;D leads in KPI met % (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44.88%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 and avg rating (3.7). Analytics leads in avg training score (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84.57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Sales &amp; Marketing is largest dept (5,458 employees).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39" y="1326654"/>
            <a:ext cx="7430703" cy="42046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838351"/>
            <a:ext cx="3248936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3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34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Insights &amp;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5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Insights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873"/>
            <a:ext cx="520379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trainings → higher avg training scores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 half the workforce is male (71%)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Referral channel yields maximum KPI-meeting employees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dips in &lt;10 regions across young adults (entry/mid-level), middle aged(senior level) and adults(executive-level) 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187575"/>
            <a:ext cx="5476043" cy="3356967"/>
          </a:xfrm>
          <a:prstGeom prst="roundRect">
            <a:avLst>
              <a:gd name="adj" fmla="val 4054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37658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860873"/>
            <a:ext cx="5098029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Hire more capable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female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candidates for workforce balance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Entry &amp; mid-level young adults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should focus on improving KPI goals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Encourage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referral recruitment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it consistently hires top performers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Executive-level adults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need to improve average KPI through greater goal engagement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Gelasio</vt:lpstr>
      <vt:lpstr>Consolas</vt:lpstr>
      <vt:lpstr>Arial</vt:lpstr>
      <vt:lpstr>Lato 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HOME</dc:creator>
  <cp:lastModifiedBy>HOME</cp:lastModifiedBy>
  <cp:revision>1</cp:revision>
  <dcterms:created xsi:type="dcterms:W3CDTF">2026-09-11T14:10:02Z</dcterms:created>
  <dcterms:modified xsi:type="dcterms:W3CDTF">2026-09-11T14:13:53Z</dcterms:modified>
</cp:coreProperties>
</file>